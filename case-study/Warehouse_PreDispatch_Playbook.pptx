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508d8b4b-5b55-24b4-b8ad-9cc4e98946e7}">
          <p14:sldIdLst>
            <p14:sldId id="256"/>
            <p14:sldId id="257"/>
          </p14:sldIdLst>
        </p14:section>
        <p14:section name="The flow" id="{e3c82f42-a4f1-5a9d-c901-32646bcf3791}">
          <p14:sldIdLst>
            <p14:sldId id="258"/>
            <p14:sldId id="259"/>
          </p14:sldIdLst>
        </p14:section>
        <p14:section name="Failures" id="{b4bbc69b-3ba1-652c-2bdd-1c8903e29833}">
          <p14:sldIdLst>
            <p14:sldId id="260"/>
            <p14:sldId id="261"/>
          </p14:sldIdLst>
        </p14:section>
        <p14:section name="Triage" id="{4bc1905c-8984-3203-89e5-18b30a027061}">
          <p14:sldIdLst>
            <p14:sldId id="262"/>
            <p14:sldId id="263"/>
            <p14:sldId id="264"/>
          </p14:sldIdLst>
        </p14:section>
        <p14:section name="Tracking" id="{9bc3de44-1e79-5ac0-1dc5-d8b0f4e406f4}">
          <p14:sldIdLst>
            <p14:sldId id="265"/>
            <p14:sldId id="266"/>
            <p14:sldId id="267"/>
          </p14:sldIdLst>
        </p14:section>
        <p14:section name="Plan" id="{c7c67cd1-158a-118b-d30e-c144c3a915ad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93B"/>
                </a:solidFill>
                <a:latin typeface="+mn-lt"/>
              </a:rPr>
              <a:t>Late orders by blocking step (sample month)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orders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Inventory sync</c:v>
                  </c:pt>
                  <c:pt idx="1">
                    <c:v>Allocation</c:v>
                  </c:pt>
                  <c:pt idx="2">
                    <c:v>Label / AWB</c:v>
                  </c:pt>
                  <c:pt idx="3">
                    <c:v>Invoice</c:v>
                  </c:pt>
                  <c:pt idx="4">
                    <c:v>Short pick</c:v>
                  </c:pt>
                  <c:pt idx="5">
                    <c:v>Manifest</c:v>
                  </c:pt>
                  <c:pt idx="6">
                    <c:v>E-way bill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796</c:v>
                </c:pt>
                <c:pt idx="1">
                  <c:v>410</c:v>
                </c:pt>
                <c:pt idx="2">
                  <c:v>386</c:v>
                </c:pt>
                <c:pt idx="3">
                  <c:v>333</c:v>
                </c:pt>
                <c:pt idx="4">
                  <c:v>239</c:v>
                </c:pt>
                <c:pt idx="5">
                  <c:v>87</c:v>
                </c:pt>
                <c:pt idx="6">
                  <c:v>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 teardown built for the Assistant PM, supply chain ops tech role. Numbers come from a synthetic sample dataset, not a real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9875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4069080"/>
            <a:ext cx="93268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BD5E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Charukant  ·  Warehouse pre-dispatch playbook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06"/>
                </a:solidFill>
              </a:rPr>
              <a:t>CASE STUDY  ·  SUPPLY CHAIN OPS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D2C Warehouse Pre-Dispatch Teardown &amp; Issue-Triage Playbook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40690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How an order moves from inbound stock to carrier handover, where that flow breaks, and how a first-line analyst fixes or routes each failure within SLA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Charukant  ·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Most dispatch delays are two systems disagreeing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In a 37,401-order sample month, the fixes that matter are master data, sync and mapping, not new tools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93.8%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of orders picked up by the carrier within 24 h, against a 95% target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971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of late orders were blocked at inventory sync, the single largest cause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SKUs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971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fail at the same step on 19–24% of their orders: a wrong bin, a combo mapping, a missing HSN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What this playbook covers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882896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60120" y="4846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The 10-step pre-dispatch flow and the system that owns each step</a:t>
            </a:r>
            <a:endParaRPr lang="en-US" sz="15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882896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583680" y="4846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Where each step breaks, what the floor sees, and who fixes it</a:t>
            </a:r>
            <a:endParaRPr lang="en-US" sz="15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4982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60120" y="54132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A triage flow, P1–P4 SLA tiers and an escalation ticket template</a:t>
            </a:r>
            <a:endParaRPr lang="en-US" sz="15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544982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83680" y="541324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An issue log and weekly review that turns repeat failures into fixes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Three systems and two outside parties touch every order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Knowing which system owns a record tells you who can fix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36003" cy="3657600"/>
          </a:xfrm>
          <a:prstGeom prst="roundRect">
            <a:avLst>
              <a:gd name="adj" fmla="val 359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731520" cy="7315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1752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ERP (SAP)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49040"/>
            <a:ext cx="1624523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Purchase orders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GRN posting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SKU, HSN and tax master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Accounts and stock value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813243" y="1783080"/>
            <a:ext cx="2036003" cy="3657600"/>
          </a:xfrm>
          <a:prstGeom prst="roundRect">
            <a:avLst>
              <a:gd name="adj" fmla="val 359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87563" y="2057400"/>
            <a:ext cx="731520" cy="7315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443" y="22402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87563" y="301752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WMS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087563" y="3749040"/>
            <a:ext cx="1624523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Bins and putaway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Pick and pack scans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Cycle counts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Physical stock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077846" y="1783080"/>
            <a:ext cx="2036003" cy="3657600"/>
          </a:xfrm>
          <a:prstGeom prst="roundRect">
            <a:avLst>
              <a:gd name="adj" fmla="val 359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52166" y="2057400"/>
            <a:ext cx="731520" cy="7315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046" y="22402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52166" y="301752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OMS (e.g. Unicommerce)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5352166" y="3749040"/>
            <a:ext cx="1624523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Channel orders and sync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Stock allocation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Picklists, invoices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Labels and manifests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342449" y="1783080"/>
            <a:ext cx="2036003" cy="3657600"/>
          </a:xfrm>
          <a:prstGeom prst="roundRect">
            <a:avLst>
              <a:gd name="adj" fmla="val 359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16769" y="2057400"/>
            <a:ext cx="731520" cy="7315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649" y="22402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16769" y="301752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Carrier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616769" y="3749040"/>
            <a:ext cx="1624523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AWB numbers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Serviceability by PIN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Pickup scan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Tracking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9607052" y="1783080"/>
            <a:ext cx="2036003" cy="3657600"/>
          </a:xfrm>
          <a:prstGeom prst="roundRect">
            <a:avLst>
              <a:gd name="adj" fmla="val 359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881372" y="205740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4252" y="22402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881372" y="301752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GST portal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9881372" y="3749040"/>
            <a:ext cx="1624523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E-invoice IRN (B2B)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E-way bill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Part B vehicle details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Validity and cancellation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An order passes ten steps before a carrier scans it out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Each step leaves one record that proves it finished. That record is the first thing to check when an order is stuck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99427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16793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Inbound &amp; GRN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52928"/>
            <a:ext cx="1679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WMS + ERP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5468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Proof: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GRN number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84643" y="272034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22387" y="1783080"/>
            <a:ext cx="1999427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05267" y="196596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05267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05267" y="2468880"/>
            <a:ext cx="16793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Putaway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005267" y="2852928"/>
            <a:ext cx="1679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WMS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05267" y="315468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Proof: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Stock at a bin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58390" y="272034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96134" y="1783080"/>
            <a:ext cx="1999427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79014" y="196596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79014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79014" y="2468880"/>
            <a:ext cx="16793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Inventory sync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279014" y="2852928"/>
            <a:ext cx="1679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OMS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279014" y="315468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Proof: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Channel stock = WMS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137" y="272034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69881" y="1783080"/>
            <a:ext cx="1999427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52761" y="196596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52761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552761" y="2468880"/>
            <a:ext cx="16793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Allocation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552761" y="2852928"/>
            <a:ext cx="1679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OMS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552761" y="315468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Proof: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Order Allocated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405884" y="272034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43628" y="1783080"/>
            <a:ext cx="1999427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26508" y="196596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2650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826508" y="2468880"/>
            <a:ext cx="16793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Picklist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826508" y="2852928"/>
            <a:ext cx="1679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OMS / WMS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826508" y="315468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Proof: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Picklist assigned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4023360"/>
            <a:ext cx="1999427" cy="1874520"/>
          </a:xfrm>
          <a:prstGeom prst="roundRect">
            <a:avLst>
              <a:gd name="adj" fmla="val 3902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420624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4709160"/>
            <a:ext cx="16793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Pick &amp; pack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731520" y="5093208"/>
            <a:ext cx="1679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WMS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31520" y="539496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Proof: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Package Packed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584643" y="496062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2822387" y="4023360"/>
            <a:ext cx="1999427" cy="1874520"/>
          </a:xfrm>
          <a:prstGeom prst="roundRect">
            <a:avLst>
              <a:gd name="adj" fmla="val 3902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05267" y="420624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005267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3005267" y="4709160"/>
            <a:ext cx="16793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Invoice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3005267" y="5093208"/>
            <a:ext cx="1679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OMS → ERP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3005267" y="539496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Proof: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Invoice no. (+ IRN)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858390" y="496062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096134" y="4023360"/>
            <a:ext cx="1999427" cy="1874520"/>
          </a:xfrm>
          <a:prstGeom prst="roundRect">
            <a:avLst>
              <a:gd name="adj" fmla="val 3902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79014" y="420624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279014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279014" y="4709160"/>
            <a:ext cx="16793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Label &amp; AWB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5279014" y="5093208"/>
            <a:ext cx="1679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OMS + carrier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5279014" y="539496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Proof: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AWB on package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132137" y="496062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7369881" y="4023360"/>
            <a:ext cx="1999427" cy="1874520"/>
          </a:xfrm>
          <a:prstGeom prst="roundRect">
            <a:avLst>
              <a:gd name="adj" fmla="val 3902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552761" y="420624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552761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7552761" y="4709160"/>
            <a:ext cx="16793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Manifest</a:t>
            </a:r>
            <a:endParaRPr lang="en-US" sz="1600" dirty="0"/>
          </a:p>
        </p:txBody>
      </p:sp>
      <p:sp>
        <p:nvSpPr>
          <p:cNvPr id="63" name="Text 61"/>
          <p:cNvSpPr txBox="1"/>
          <p:nvPr/>
        </p:nvSpPr>
        <p:spPr>
          <a:xfrm>
            <a:off x="7552761" y="5093208"/>
            <a:ext cx="1679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OMS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7552761" y="539496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Proof: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Manifest closed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9405884" y="496062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9643628" y="4023360"/>
            <a:ext cx="1999427" cy="1874520"/>
          </a:xfrm>
          <a:prstGeom prst="roundRect">
            <a:avLst>
              <a:gd name="adj" fmla="val 3902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826508" y="420624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9826508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9826508" y="4709160"/>
            <a:ext cx="16793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E-way bill &amp; handover</a:t>
            </a:r>
            <a:endParaRPr lang="en-US" sz="1600" dirty="0"/>
          </a:p>
        </p:txBody>
      </p:sp>
      <p:sp>
        <p:nvSpPr>
          <p:cNvPr id="70" name="Text 68"/>
          <p:cNvSpPr txBox="1"/>
          <p:nvPr/>
        </p:nvSpPr>
        <p:spPr>
          <a:xfrm>
            <a:off x="9826508" y="5093208"/>
            <a:ext cx="16793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GST portal + carrier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9826508" y="539496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Proof: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Pickup scan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Steps 1–3 make stock sellable; steps 4–10 turn an order into a parcel the carrier accepts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Where the flow breaks: stock and allocation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The analyst's first question is always which two records disagree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2377440"/>
                <a:gridCol w="3200400"/>
                <a:gridCol w="18562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Failure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the floor sees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Likely root cause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Route to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Inbound &amp; GRN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GRN not posting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Stock on the dock, not in the system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PO quantity or SKU mismatch; PO closed in ERP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ERP (SAP) support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Inbound &amp; GRN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Partial or wrong GRN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Received count differs from invoice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Short or excess supply; QC rejects not recorded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Warehouse lead, procurement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Putaway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Stock not sellable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Item on shelf, shows zero available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Putaway not confirmed; bin inactive or quarantined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WMS / OMS support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Inventory sync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Overselling or false stock-outs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Orders for items not on the shelf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Sync job failed or delayed; buffer rules wrong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OMS, channel integration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Allocation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Orders stuck in Unfulfillable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Picklists missing today's orders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Old reservation blocking stock; facility or combo SKU mapping missing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OMS support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Picklist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Picklist not generating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Pickers idle at shift start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Orders on hold; picklist rules exclude a channel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OMS support, ops lead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Where the flow breaks: packing to handover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Late-stage failures hold up packed parcels, so they are usually the most urgent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2377440"/>
                <a:gridCol w="3200400"/>
                <a:gridCol w="18562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Failure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the floor sees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Likely root cause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Route to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Pick &amp; pack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Item not found in bin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Picker marks a short pick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Physical and system stock differ; wrong putaway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Warehouse lead + WMS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Invoice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Invoice fails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Packed, but cannot move to label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Missing HSN or tax rate; GSTIN error; IRN rejected (B2B)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ERP master data, OMS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Label &amp; AWB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No AWB returned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Label printer idle; package stuck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Carrier API down; PIN not serviceable; weight rule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Carrier key account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Manifest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Manifest will not close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Carrier waiting at the dock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Package in wrong status; cancelled order in manifest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OMS support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E-way bill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E-way bill not generated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Truck cannot leave (B2B / transfer)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Value over threshold, no bill; Part B vehicle missing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Finance / tax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Handover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</a:rPr>
                        <a:t>Shipped in OMS, not picked up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Customer sees no movement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Pickup scan missed; manifest not shared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Carrier key account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Fix it at first response or route it to the owning team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Every path ends in the same issue log, so self-fixed issues are counted too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Issue reported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651760" y="2125980"/>
            <a:ext cx="3657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17520" y="178308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08960" y="17830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93B"/>
                </a:solidFill>
              </a:rPr>
              <a:t>Set severity P1–P4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20640" y="212598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77840" y="1618488"/>
            <a:ext cx="2194560" cy="101498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77840" y="1618488"/>
            <a:ext cx="21945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Cause in SOP?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0" y="2125980"/>
            <a:ext cx="7315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863840" y="17785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yes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1783080"/>
            <a:ext cx="3136392" cy="685800"/>
          </a:xfrm>
          <a:prstGeom prst="roundRect">
            <a:avLst>
              <a:gd name="adj" fmla="val 10667"/>
            </a:avLst>
          </a:prstGeom>
          <a:solidFill>
            <a:srgbClr val="FEF3E2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0" y="178308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Analyst fixes it at first response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75120" y="2633472"/>
            <a:ext cx="0" cy="38404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784848" y="26791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34840" y="3017520"/>
            <a:ext cx="4480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26280" y="301752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Find the two records that disagree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675120" y="3584448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68196" y="3813048"/>
            <a:ext cx="90525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68196" y="3813048"/>
            <a:ext cx="0" cy="21031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4023360"/>
            <a:ext cx="2039112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40965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ERP (SAP)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4434840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PO, GRN posting · SKU master, HSN · tax rates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568196" y="516636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31336" y="3813048"/>
            <a:ext cx="0" cy="21031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811780" y="4023360"/>
            <a:ext cx="2039112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21508" y="40965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OMS / Unicommerce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921508" y="4434840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Sync, allocation · picklists · manifests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831336" y="516636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94476" y="3813048"/>
            <a:ext cx="0" cy="21031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074920" y="4023360"/>
            <a:ext cx="2039112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84648" y="40965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WMS / floor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184648" y="4434840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Bins and putaway · short picks · cycle counts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094476" y="516636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57616" y="3813048"/>
            <a:ext cx="0" cy="21031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338060" y="4023360"/>
            <a:ext cx="2039112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47788" y="40965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Carrier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447788" y="4434840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AWB not issued · serviceability · missed pickup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357616" y="516636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20756" y="3813048"/>
            <a:ext cx="0" cy="21031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601200" y="4023360"/>
            <a:ext cx="2039112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710928" y="4096512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Finance / tax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710928" y="4434840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IRN rejected · e-way bill · Part B, validity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620756" y="516636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68196" y="5349240"/>
            <a:ext cx="90525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80760" y="534924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566160" y="557784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94A3B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57600" y="5577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Log it, track SLA, close when the backlog ships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11640312" y="212598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868912" y="2125980"/>
            <a:ext cx="0" cy="37261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>
            <a:off x="8595360" y="5852160"/>
            <a:ext cx="327355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Severity follows orders at risk, not bug difficulty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Proposed starting targets, to tune against the brand's own volumes. Workaround first, then root cause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2154" cy="4434840"/>
          </a:xfrm>
          <a:prstGeom prst="roundRect">
            <a:avLst>
              <a:gd name="adj" fmla="val 28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51760"/>
            <a:ext cx="21906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Dispatch stopped for a facility or a top channel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55848"/>
            <a:ext cx="21906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Invoicing fails for every order; main carrier API down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160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First response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4160520"/>
            <a:ext cx="819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15 min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572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Workaround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4572000"/>
            <a:ext cx="819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1 hr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983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Resolution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4983480"/>
            <a:ext cx="819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4 hr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440680"/>
            <a:ext cx="21906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Escalate to: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Vendor on call, Supply Chain PM, warehouse head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79394" y="1783080"/>
            <a:ext cx="2602154" cy="4434840"/>
          </a:xfrm>
          <a:prstGeom prst="roundRect">
            <a:avLst>
              <a:gd name="adj" fmla="val 28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07994" y="201168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07994" y="2011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3607994" y="2651760"/>
            <a:ext cx="21906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One channel, carrier or SKU group blocked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607994" y="3355848"/>
            <a:ext cx="21906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Marketplace orders stuck in Unfulfillable after a sync failure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607994" y="4160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First response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979594" y="4160520"/>
            <a:ext cx="819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30 min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07994" y="4572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Workaround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979594" y="4572000"/>
            <a:ext cx="819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2 hr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607994" y="4983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Resolution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979594" y="4983480"/>
            <a:ext cx="819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Same day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607994" y="5440680"/>
            <a:ext cx="21906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Escalate to: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Vendor ticket, Supply Chain PM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0148" y="1783080"/>
            <a:ext cx="2602154" cy="4434840"/>
          </a:xfrm>
          <a:prstGeom prst="roundRect">
            <a:avLst>
              <a:gd name="adj" fmla="val 28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38748" y="201168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38748" y="2011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P3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438748" y="2651760"/>
            <a:ext cx="21906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 few orders or SKUs hit; workaround exists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38748" y="3355848"/>
            <a:ext cx="21906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One SKU missing its HSN code, so its invoices fail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38748" y="4160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First response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810348" y="4160520"/>
            <a:ext cx="819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4 hr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438748" y="4572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Workaround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810348" y="4572000"/>
            <a:ext cx="819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Same day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38748" y="4983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Resolution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810348" y="4983480"/>
            <a:ext cx="819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2 days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438748" y="5440680"/>
            <a:ext cx="21906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Escalate to: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Vendor or master-data team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040901" y="1783080"/>
            <a:ext cx="2602154" cy="4434840"/>
          </a:xfrm>
          <a:prstGeom prst="roundRect">
            <a:avLst>
              <a:gd name="adj" fmla="val 28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69501" y="201168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69501" y="2011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P4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9269501" y="2651760"/>
            <a:ext cx="21906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No dispatch impact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9269501" y="3355848"/>
            <a:ext cx="219067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Report column wrong; label layout request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269501" y="4160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First response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10641101" y="4160520"/>
            <a:ext cx="819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1 day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9269501" y="4572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Workaround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10641101" y="4572000"/>
            <a:ext cx="819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None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269501" y="4983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Resolution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10641101" y="4983480"/>
            <a:ext cx="819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5 days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9269501" y="5440680"/>
            <a:ext cx="21906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Escalate to: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Backlog, reviewed weekly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Every escalation carries the same seven fields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So SAP, OMS or carrier support can act without calling back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What is broken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057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Scope and since when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04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Business impact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679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Orders and value at risk, ship-by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0266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Steps to reproduce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3009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Order ID, SKU, screen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85032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6484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Expected vs actual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227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What the record should say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06824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270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Already checked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5445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So support skips the basics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928616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8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892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Workaround in place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166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What is shipping meanwhile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550408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550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5513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Ask and deadline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57881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fix needed, by when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0" y="1783080"/>
            <a:ext cx="6153912" cy="434340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06440" y="2103120"/>
            <a:ext cx="5577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[P2] Orders stuck in Unfulfillable, WH-01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214 orders from one channel stuck since 09:40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Approx. Rs 3.1 L miss today's 16:00 ship-by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SO-1xxxxx: 40 units in WMS, 0 in OMS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Expected Allocated; actual Unfulfillable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Putaway confirmed; bin active; last sync 09:15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Manual allocation for top 50 orders by ship-by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Restore sync, re-run allocation by 13:00</a:t>
            </a:r>
            <a:endParaRPr lang="en-US" sz="1400" dirty="0"/>
          </a:p>
          <a:p>
            <a:pPr indent="0" marL="0">
              <a:spcBef>
                <a:spcPts val="1400"/>
              </a:spcBef>
              <a:spcAft>
                <a:spcPts val="9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Evidence: screenshots, order IDs (CSV), API error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Owner: analyst on shift · raised 10:05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Log every issue, including the ones analysts fix themselves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Repeat failures only show up when the small ones are counted too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0350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9951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Weekly 30-minute review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995160" y="228600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9516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43800" y="22402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SLA adherence by severity and support team, against last week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995160" y="299923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95160" y="2999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295351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Top three failure types by count and by orders delayed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995160" y="3712464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95160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366674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Anything seen 3+ times becomes a fix request with an owner and a date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995160" y="442569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9516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543800" y="437997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Each new root cause becomes an SOP entry, so it is fixed at first response next time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95160" y="5212080"/>
            <a:ext cx="4645152" cy="1005840"/>
          </a:xfrm>
          <a:prstGeom prst="roundRect">
            <a:avLst>
              <a:gd name="adj" fmla="val 7273"/>
            </a:avLst>
          </a:prstGeom>
          <a:solidFill>
            <a:srgbClr val="FEF3E2"/>
          </a:solidFill>
          <a:ln w="12700">
            <a:solidFill>
              <a:srgbClr val="FEF3E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78040" y="528523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Log fields: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time raised · step · failure type · severity and orders at risk · routed to · workaround · response and resolution time · SLA met · root cause and fix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Two GST rules can stop a B2B or transfer load from leaving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Single B2C parcels rarely need either; replenishment, B2B orders and inter-warehouse transfers do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10048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029968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E-invoice (IRN)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486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Mandatory on B2B invoices when annual turnover is above Rs 5 Cr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766E"/>
                </a:solidFill>
              </a:rPr>
              <a:t>Check: IRN on every B2B invoice before label and manifest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33008" y="1783080"/>
            <a:ext cx="5410048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328" y="205740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10248" y="2029968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IRN reporting window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507328" y="2560320"/>
            <a:ext cx="486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Turnover of Rs 10 Cr or more: report invoices within 30 days (since 1 Apr 2025)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315468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766E"/>
                </a:solidFill>
              </a:rPr>
              <a:t>Check: no old invoices left unreported until dispatch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410048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605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4133088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E-way bill threshold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4663440"/>
            <a:ext cx="486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Inter-state consignments above Rs 50,000; intra-state limits vary by state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25780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766E"/>
                </a:solidFill>
              </a:rPr>
              <a:t>Check: consignment value and state limit before loading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33008" y="3886200"/>
            <a:ext cx="5410048" cy="1874520"/>
          </a:xfrm>
          <a:prstGeom prst="roundRect">
            <a:avLst>
              <a:gd name="adj" fmla="val 390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416052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10248" y="4133088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E-way bill validity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507328" y="4663440"/>
            <a:ext cx="486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1 day per 200 km from Part B entry; documents must be under 180 days old; cancel within 24 h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507328" y="525780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F766E"/>
                </a:solidFill>
              </a:rPr>
              <a:t>Check: generate close to dispatch; reissue old invoices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Sources: ClearTax, e-way bill rules (cleartax.in); CalcGuru, e-invoicing thresholds (calcguru.in). Checked October 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KPI dashboard makes the patterns visible every morning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2412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Built in Streamlit on a 37,401-order sample month: SLA, TAT, pick accuracy, stock mismatch, with drill-downs</a:t>
            </a:r>
            <a:endParaRPr lang="en-US" sz="1500" dirty="0"/>
          </a:p>
        </p:txBody>
      </p:sp>
      <p:pic>
        <p:nvPicPr>
          <p:cNvPr id="4" name="Image 0" descr="/tmp/claude-0/-home-claude/26b39918-6eeb-5a16-8d90-1c4f41093c97/scratchpad/deck/dash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691640"/>
            <a:ext cx="507492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691640"/>
            <a:ext cx="5074920" cy="4572000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7830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93.8%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2377440" y="182880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dispatch SLA met; festive-sale days and one carrier label outage drove the worst days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9864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294436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of late orders blocked at inventory sync: fix the sync job and buffer rules first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01421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377440" y="4059936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evening late rate on Flipkart, the worst channel-shift pair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129784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SKUs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5175504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late on 19–24% of orders, each at one step: raise three fix requests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How I would run this in the first 30 days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67864" cy="3977640"/>
          </a:xfrm>
          <a:prstGeom prst="roundRect">
            <a:avLst>
              <a:gd name="adj" fmla="val 35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</a:rPr>
              <a:t>WEEK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Walk the floor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20192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Map the real pre-dispatch flow at each site; list every system hand-off and who owns 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2019224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02920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Outcome  </a:t>
            </a:r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Flow map and owner 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90824" y="1737360"/>
            <a:ext cx="2567864" cy="3977640"/>
          </a:xfrm>
          <a:prstGeom prst="roundRect">
            <a:avLst>
              <a:gd name="adj" fmla="val 35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65144" y="201168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</a:rPr>
              <a:t>WEEK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65144" y="242316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Start the log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3665144" y="3063240"/>
            <a:ext cx="20192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Issue log live for every analyst; P1–P4 tiers and the escalation template agreed with SAP, OMS and UC support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65144" y="4892040"/>
            <a:ext cx="2019224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65144" y="502920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Outcome  </a:t>
            </a:r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Every issue logged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33008" y="1737360"/>
            <a:ext cx="2567864" cy="3977640"/>
          </a:xfrm>
          <a:prstGeom prst="roundRect">
            <a:avLst>
              <a:gd name="adj" fmla="val 35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07328" y="201168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</a:rPr>
              <a:t>WEEK 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242316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Fix the repeats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3063240"/>
            <a:ext cx="20192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Baseline SLA adherence; take the top three repeat failures to root cause and raise fix requests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07328" y="4892040"/>
            <a:ext cx="2019224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07328" y="502920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Outcome  </a:t>
            </a:r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3 fix requests raised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75191" y="1737360"/>
            <a:ext cx="2567864" cy="3977640"/>
          </a:xfrm>
          <a:prstGeom prst="roundRect">
            <a:avLst>
              <a:gd name="adj" fmla="val 35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49511" y="201168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706"/>
                </a:solidFill>
              </a:rPr>
              <a:t>WEEK 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49511" y="242316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Set the rhythm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9349511" y="3063240"/>
            <a:ext cx="201922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Weekly review with the Supply Chain PM; KPI dashboard shared; SOPs updated from every new root cause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349511" y="4892040"/>
            <a:ext cx="2019224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49511" y="502920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Outcome  </a:t>
            </a:r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Weekly KPI review running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172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Charukant  ·  Data in this deck is a synthetic sample, not from any company</a:t>
            </a:r>
            <a:endParaRPr lang="en-US" sz="1200" dirty="0"/>
          </a:p>
        </p:txBody>
      </p:sp>
      <p:sp>
        <p:nvSpPr>
          <p:cNvPr id="28" name="Text 0"/>
          <p:cNvSpPr/>
          <p:nvPr>
            <p:ph idx="100" type="title" hasCustomPrompt="1"/>
          </p:nvPr>
        </p:nvSpPr>
        <p:spPr>
          <a:xfrm>
            <a:off x="548640" y="21031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9" name="Text 0"/>
          <p:cNvSpPr/>
          <p:nvPr>
            <p:ph idx="101" type="body" hasCustomPrompt="1"/>
          </p:nvPr>
        </p:nvSpPr>
        <p:spPr>
          <a:xfrm>
            <a:off x="548640" y="40690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rehouse Ops">
  <a:themeElements>
    <a:clrScheme name="Warehouse Ops">
      <a:dk1>
        <a:srgbClr val="1E293B"/>
      </a:dk1>
      <a:lt1>
        <a:srgbClr val="FFFFFF"/>
      </a:lt1>
      <a:dk2>
        <a:srgbClr val="0F172A"/>
      </a:dk2>
      <a:lt2>
        <a:srgbClr val="F1F5F9"/>
      </a:lt2>
      <a:accent1>
        <a:srgbClr val="D97706"/>
      </a:accent1>
      <a:accent2>
        <a:srgbClr val="0F766E"/>
      </a:accent2>
      <a:accent3>
        <a:srgbClr val="DC2626"/>
      </a:accent3>
      <a:accent4>
        <a:srgbClr val="64748B"/>
      </a:accent4>
      <a:accent5>
        <a:srgbClr val="2563EB"/>
      </a:accent5>
      <a:accent6>
        <a:srgbClr val="7C3AED"/>
      </a:accent6>
      <a:hlink>
        <a:srgbClr val="2563EB"/>
      </a:hlink>
      <a:folHlink>
        <a:srgbClr val="7C3AED"/>
      </a:folHlink>
    </a:clrScheme>
    <a:fontScheme name="Warehouse O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D2C Warehouse Pre-Dispatch Teardown and Issue-Triage Playbook</dc:title>
  <dc:subject>PptxGenJS Presentation</dc:subject>
  <dc:creator>Charukant</dc:creator>
  <cp:lastModifiedBy>Charukant</cp:lastModifiedBy>
  <cp:revision>1</cp:revision>
  <dcterms:created xsi:type="dcterms:W3CDTF">2026-10-26T15:28:05Z</dcterms:created>
  <dcterms:modified xsi:type="dcterms:W3CDTF">2026-10-26T15:28:05Z</dcterms:modified>
</cp:coreProperties>
</file>